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2194560" cy="3732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28800"/>
            <a:ext cx="67665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Program Mitra Wilayah Guru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62179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Bantu guru dan sekolah di wilayah Anda menggunakan AI administrasi secara terarah, sambil membangun peluang komisi dari paket premium.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463040"/>
            <a:ext cx="29718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874519"/>
            <a:ext cx="1828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Aptos"/>
              </a:rPr>
              <a:t>Portal Mitra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423160"/>
            <a:ext cx="2148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02752" y="2606040"/>
            <a:ext cx="73152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2587752"/>
            <a:ext cx="1645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Komisi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990088"/>
            <a:ext cx="1645920" cy="-27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Dari paket premium yang 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46120"/>
            <a:ext cx="21488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02752" y="3429000"/>
            <a:ext cx="73152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3410712"/>
            <a:ext cx="1645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Wilayah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813048"/>
            <a:ext cx="1645920" cy="-27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Area binaan dan performa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Mengapa Program Mitra Dibutuhkan?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Guru membutuhkan pendampingan adopsi teknologi yang dekat dengan wilayah dan komunitasnya.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240280"/>
            <a:ext cx="7315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Guru belum familiar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Guru membutuhkan contoh praktis, bukan sekadar ajakan memakai teknologi.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6472" y="224028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Sekolah butuh pendampingan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Adopsi aplikasi lebih mudah jika ada pihak wilayah yang melakukan sosialisasi.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2552" y="2240280"/>
            <a:ext cx="73152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Administrasi meningkat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Perangkat ajar, asesmen, jurnal, absensi, dan laporan menyita waktu guru.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749039"/>
            <a:ext cx="5943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30552" y="3931920"/>
            <a:ext cx="73152" cy="50291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3913631"/>
            <a:ext cx="5440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Peluang kemitraan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4315968"/>
            <a:ext cx="5440680" cy="155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Mitra dapat membantu pertumbuhan pengguna premium di wilayah binaan.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Apa Itu Mitra Wilayah?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Pihak resmi yang membantu memperkenalkan dan mendampingi penggunaan Guru Space di area tertentu.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240280"/>
            <a:ext cx="7315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Peran lapangan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Menghubungkan Guru Space dengan guru, sekolah, komunitas, dan pemangku kepentingan pendidikan.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6472" y="224028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Edukasi produk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Menjelaskan manfaat aplikasi, alur penggunaan, dan fitur utama secara sederhana.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2552" y="2240280"/>
            <a:ext cx="73152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Pertumbuhan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Mendorong penggunaan paket premium melalui sosialisasi yang etis dan terukur.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749039"/>
            <a:ext cx="5943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30552" y="3931920"/>
            <a:ext cx="73152" cy="50291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3913631"/>
            <a:ext cx="5440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Fleksibel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4315968"/>
            <a:ext cx="5440680" cy="155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Mitra tidak harus guru, tetapi harus memiliki akses lapangan dan disetujui super admin.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Nilai Utama untuk Mitra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Program ini dirancang agar kerja lapangan dapat dipantau, dihitung, dan dikembangkan secara profesional.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240280"/>
            <a:ext cx="7315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Komisi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Komisi dihitung dari transaksi paket premium yang terhubung dengan kode atau wilayah mitra.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6472" y="224028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Dashboard mitra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Pantau guru binaan, transaksi premium, saldo komisi, dan riwayat pencairan.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2552" y="2240280"/>
            <a:ext cx="73152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Area binaan jelas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Wilayah kerja dapat ditentukan agar monitoring dan atribusi komisi lebih rapi.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749039"/>
            <a:ext cx="5943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30552" y="3931920"/>
            <a:ext cx="73152" cy="50291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3913631"/>
            <a:ext cx="5440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Produk relevan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4315968"/>
            <a:ext cx="5440680" cy="155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Guru Space membantu kebutuhan harian guru, sehingga sosialisasi lebih mudah diterima.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Skema Komisi yang Sederhana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Komisi mitra difokuskan pada pertumbuhan paket premium agar perhitungan mudah dipahami dan diaudit.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14884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130552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Dihitung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532888"/>
            <a:ext cx="443484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Pembelian paket premium baru atau perpanjangan paket premium dari guru/sekolah yang terhubung dengan mitra.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2" y="2148840"/>
            <a:ext cx="73152" cy="7772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130552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Tidak dihitung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532888"/>
            <a:ext cx="443484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Topup kredit, pemakaian kredit, bonus kredit, refund, dan transaksi yang tidak terhubung ke mitra.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57600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3840480"/>
            <a:ext cx="73152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3822191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Contoh simulasi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224528"/>
            <a:ext cx="4434840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7.540 guru premium x Rp48.000 x 5% = estimasi komisi Rp18.096.000.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3840480"/>
            <a:ext cx="73152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3822191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Catatan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224528"/>
            <a:ext cx="4434840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Nominal final mengikuti transaksi valid, status paket aktif, relasi mitra, dan ketentuan pencairan.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Alur Kerja Mitra Wilayah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Dari sosialisasi sampai pencairan komisi, seluruh alur dibuat agar mudah dipantau.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514600"/>
            <a:ext cx="73152" cy="12344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96312"/>
            <a:ext cx="182879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1. Sosialisasi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898648"/>
            <a:ext cx="1828799" cy="886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Kenalkan Guru Space ke guru, sekolah, atau komunitas.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33172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30752" y="2514600"/>
            <a:ext cx="73152" cy="1234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96312"/>
            <a:ext cx="182879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2. Aktivasi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2898648"/>
            <a:ext cx="1828799" cy="886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Guru mendaftar dan menggunakan kode/wilayah mitra.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233172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1" y="2514600"/>
            <a:ext cx="73152" cy="1234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39127" y="2496312"/>
            <a:ext cx="182879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3.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7" y="2898648"/>
            <a:ext cx="1828799" cy="886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Guru membeli atau memperpanjang paket premium.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9" y="2331720"/>
            <a:ext cx="2331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08591" y="2514600"/>
            <a:ext cx="73152" cy="1234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7" y="2496312"/>
            <a:ext cx="182879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4. Komisi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7" y="2898648"/>
            <a:ext cx="1828799" cy="8869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Transaksi valid masuk ke saldo komisi mitra.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Portal Mitra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Mitra resmi memiliki halaman khusus untuk memantau performa wilayah dan komisi.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46888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1872" y="2651760"/>
            <a:ext cx="7315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2633472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Guru binaan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035808"/>
            <a:ext cx="224028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Jumlah guru yang terhubung ke wilayah atau kode mitra.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46888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73752" y="265176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3208" y="2633472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Transaksi premium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3035808"/>
            <a:ext cx="224028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Daftar transaksi valid yang menjadi dasar komisi.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468880"/>
            <a:ext cx="2743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85632" y="2651760"/>
            <a:ext cx="73152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05088" y="2633472"/>
            <a:ext cx="22402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Pencairan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035808"/>
            <a:ext cx="224028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Saldo komisi dan status pengajuan payout.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Syarat Menjadi Mitra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Mitra dipilih agar program tetap jelas, etis, dan dapat dipertanggungjawabkan.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148840"/>
            <a:ext cx="10058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240280"/>
            <a:ext cx="228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58568"/>
            <a:ext cx="8961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Memiliki jaringan dengan guru, sekolah, komunitas, atau pemangku kepentingan wilayah.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770632"/>
            <a:ext cx="10058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3584" y="2862072"/>
            <a:ext cx="228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80360"/>
            <a:ext cx="8961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Bersedia melakukan edukasi produk secara etis dan tidak menyesatkan.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392424"/>
            <a:ext cx="10058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483864"/>
            <a:ext cx="228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502152"/>
            <a:ext cx="8961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Memiliki identitas, nomor WhatsApp, rekening, dan wilayah kerja yang dapat diverifikasi.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014216"/>
            <a:ext cx="10058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4105656"/>
            <a:ext cx="228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123944"/>
            <a:ext cx="8961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Tidak membuat klaim harga, komisi, atau kebijakan di luar ketentuan resmi.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636008"/>
            <a:ext cx="1005840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28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745736"/>
            <a:ext cx="89611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Menjaga data guru dan sekolah binaan sesuai kebutuhan operasional dan privasi pengguna.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Cara Mendaftar Menjadi Mitra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Akun mitra tidak dibuat mandiri agar wilayah, identitas, dan skema kerja sama tetap jelas.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148840"/>
            <a:ext cx="7315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130552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1. Kirim pengajuan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532888"/>
            <a:ext cx="443484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Sertakan nama, nomor WhatsApp, wilayah kerja, profil jaringan, dan rencana sosialisasi.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2" y="214884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130552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2. Verifikasi wilayah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532888"/>
            <a:ext cx="443484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Tim Guru Space meninjau wilayah, kategori mitra, dan potensi kerja sama.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57600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3840480"/>
            <a:ext cx="73152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3822191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3. Akun dibuat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224528"/>
            <a:ext cx="4434840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Jika disetujui, mitra menerima kode login portal mitra.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3840480"/>
            <a:ext cx="73152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3822191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4. Mulai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224528"/>
            <a:ext cx="4434840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Mitra memantau guru binaan, transaksi premium, komisi, dan pencairan.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Materi Sosialisasi untuk Guru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Mitra dapat memakai pesan sederhana yang langsung terhubung dengan masalah guru.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0392" y="2240280"/>
            <a:ext cx="7315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Hemat waktu administrasi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Guru dapat membuat dokumen lebih cepat tanpa memulai dari halaman kosong.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76472" y="224028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Workflow terarah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9592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AI Assistant membantu memilih dokumen berdasarkan kebutuhan mengajar.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057400"/>
            <a:ext cx="24231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02552" y="2240280"/>
            <a:ext cx="73152" cy="777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22008" y="2221992"/>
            <a:ext cx="1920239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Generator lengkap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624328"/>
            <a:ext cx="1920239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Modul ajar, ATP, PROTA, PROMES, LKPD, bank soal, rubrik, jurnal, dan surat.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749039"/>
            <a:ext cx="5943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30552" y="3931920"/>
            <a:ext cx="73152" cy="50291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0008" y="3913631"/>
            <a:ext cx="5440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Tetap bisa diedit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4315968"/>
            <a:ext cx="5440680" cy="1554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Hasil AI tetap dapat diperiksa dan disesuaikan oleh guru sesuai konteks kelas.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737360" cy="295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0" y="292608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Guru Space - 11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77724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Mengapa Bergabung Sekarang?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417320"/>
            <a:ext cx="85953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Adopsi AI di pendidikan sedang tumbuh, dan wilayah membutuhkan pendamping yang memahami kondisi lapangan.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2148840"/>
            <a:ext cx="73152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2130552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Pasar jelas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532888"/>
            <a:ext cx="443484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Target pengguna adalah guru dan sekolah yang setiap hari membutuhkan administrasi pembelajaran.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4937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73952" y="2148840"/>
            <a:ext cx="73152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130552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Produk siap digunakan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532888"/>
            <a:ext cx="443484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Guru Space sudah memiliki generator, dashboard guru, sistem kredit, paket, dan portal mitra.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57600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3840480"/>
            <a:ext cx="73152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7008" y="3822191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Peluang wilayah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224528"/>
            <a:ext cx="4434840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Mitra dapat membangun area binaan dan relasi jangka panjang dengan komunitas guru.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57600"/>
            <a:ext cx="49377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73952" y="3840480"/>
            <a:ext cx="73152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3822191"/>
            <a:ext cx="4434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Komisi terukur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224528"/>
            <a:ext cx="4434840" cy="2011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Perhitungan berbasis paket premium membuat monitoring lebih sederhana.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7c3235b-9f62-45ef-90a4-00d9a21b0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13232"/>
            <a:ext cx="2148840" cy="3654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28800"/>
            <a:ext cx="69494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72A"/>
                </a:solidFill>
                <a:latin typeface="Aptos"/>
              </a:rPr>
              <a:t>Bangun Wilayah Binaan Bersama Guru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64008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ptos"/>
              </a:rPr>
              <a:t>Jadilah mitra yang membantu guru memakai AI administrasi secara praktis, terarah, dan bermanfaat untuk pekerjaan harian mereka.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828800"/>
            <a:ext cx="29260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91271" y="2011680"/>
            <a:ext cx="73152" cy="96011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7" y="1993392"/>
            <a:ext cx="24231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Ajukan Mitra Wilayah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395728"/>
            <a:ext cx="2423160" cy="6126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Mulai dari pengajuan area, verifikasi, akun portal, lalu monitoring komisi.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